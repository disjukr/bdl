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96605" y="1566863"/>
            <a:ext cx="375079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5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BDL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3810000" y="2767013"/>
            <a:ext cx="1524000" cy="76200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696605" y="3224213"/>
            <a:ext cx="375079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Definition Language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0"/>
            <a:ext cx="0" cy="1314301"/>
          </a:xfrm>
          <a:prstGeom prst="line">
            <a:avLst/>
          </a:prstGeom>
          <a:noFill/>
          <a:ln w="95250">
            <a:solidFill>
              <a:srgbClr val="406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101" y="507950"/>
            <a:ext cx="741641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RPC와 직렬화란?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6550" y="1695301"/>
            <a:ext cx="7928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RPC (Remote Procedure Call)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6550" y="2251472"/>
            <a:ext cx="7928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15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네트워크를 통해 원격 프로시저를 호출하는 메커니즘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6550" y="2998143"/>
            <a:ext cx="7928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3000"/>
              </a:spcBef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직렬화 (Serialization)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6550" y="3554313"/>
            <a:ext cx="7928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15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구조를 전송 가능한 형태로 변환하는 과정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0"/>
            <a:ext cx="0" cy="1196876"/>
          </a:xfrm>
          <a:prstGeom prst="line">
            <a:avLst/>
          </a:prstGeom>
          <a:noFill/>
          <a:ln w="95250">
            <a:solidFill>
              <a:srgbClr val="406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101" y="444401"/>
            <a:ext cx="741641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"Bridge"인가?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6550" y="1514326"/>
            <a:ext cx="792800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spcAft>
                <a:spcPts val="18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BDL은 서로 다른 환경을 </a:t>
            </a:r>
            <a:pPr algn="l" indent="0" marL="0">
              <a:lnSpc>
                <a:spcPts val="2720"/>
              </a:lnSpc>
              <a:spcAft>
                <a:spcPts val="1800"/>
              </a:spcAft>
              <a:buNone/>
            </a:pPr>
            <a:r>
              <a:rPr lang="en-US" sz="17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</a:t>
            </a:r>
            <a:pPr algn="l" indent="0" marL="0">
              <a:lnSpc>
                <a:spcPts val="2720"/>
              </a:lnSpc>
              <a:spcAft>
                <a:spcPts val="18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하는 다리 역할을 합니다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6550" y="2113657"/>
            <a:ext cx="7772549" cy="1239143"/>
          </a:xfrm>
          <a:prstGeom prst="roundRect">
            <a:avLst>
              <a:gd name="adj" fmla="val 8199"/>
            </a:avLst>
          </a:prstGeom>
          <a:solidFill>
            <a:srgbClr val="2A2D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60363" y="2113657"/>
            <a:ext cx="0" cy="1239143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626" y="2367558"/>
            <a:ext cx="7231824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 간 • 플랫폼 간 • 시스템 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01626" y="2733229"/>
            <a:ext cx="7231824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원활한 소통을 위한 공통 언어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6550" y="3606701"/>
            <a:ext cx="7928000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spcAft>
                <a:spcPts val="18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전송 방식과 직렬화 포맷에 구애받지 않고</a:t>
            </a:r>
            <a:endParaRPr lang="en-US" sz="1700" dirty="0"/>
          </a:p>
          <a:p>
            <a:pPr algn="l" indent="0" marL="0">
              <a:lnSpc>
                <a:spcPts val="2720"/>
              </a:lnSpc>
              <a:spcAft>
                <a:spcPts val="18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환경을 자유롭게 이어주는 정의 언어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0"/>
            <a:ext cx="0" cy="1314301"/>
          </a:xfrm>
          <a:prstGeom prst="line">
            <a:avLst/>
          </a:prstGeom>
          <a:noFill/>
          <a:ln w="95250">
            <a:solidFill>
              <a:srgbClr val="406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101" y="507950"/>
            <a:ext cx="741641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솔루션들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6550" y="1949202"/>
            <a:ext cx="7772549" cy="1942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 (Swagger)</a:t>
            </a:r>
            <a:endParaRPr lang="en-US" sz="2000" dirty="0"/>
          </a:p>
          <a:p>
            <a:pPr algn="l" marL="342900" indent="-3429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/ Protocol Buffers</a:t>
            </a:r>
            <a:endParaRPr lang="en-US" sz="2000" dirty="0"/>
          </a:p>
          <a:p>
            <a:pPr algn="l" marL="342900" indent="-3429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Thrift</a:t>
            </a:r>
            <a:endParaRPr lang="en-US" sz="2000" dirty="0"/>
          </a:p>
          <a:p>
            <a:pPr algn="l" marL="342900" indent="-3429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0"/>
            <a:ext cx="0" cy="1260425"/>
          </a:xfrm>
          <a:prstGeom prst="line">
            <a:avLst/>
          </a:prstGeom>
          <a:noFill/>
          <a:ln w="95250">
            <a:solidFill>
              <a:srgbClr val="406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101" y="507950"/>
            <a:ext cx="741641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솔루션의 문제점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6550" y="1489025"/>
            <a:ext cx="7928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6550" y="1822400"/>
            <a:ext cx="7772549" cy="8763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nullable vs required vs optional 의미 애매모호</a:t>
            </a:r>
            <a:endParaRPr lang="en-US" sz="1500" dirty="0"/>
          </a:p>
          <a:p>
            <a:pPr algn="l" marL="127000" indent="-1270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untagged union 사용으로 인한 불편함</a:t>
            </a:r>
            <a:endParaRPr lang="en-US" sz="1500" dirty="0"/>
          </a:p>
          <a:p>
            <a:pPr algn="l" marL="127000" indent="-1270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Schema와 스펙 불완전 호환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6550" y="2952601"/>
            <a:ext cx="7928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Buffers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6550" y="3285976"/>
            <a:ext cx="7772549" cy="11811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버전별로 다른 optional 의미론</a:t>
            </a:r>
            <a:endParaRPr lang="en-US" sz="1500" dirty="0"/>
          </a:p>
          <a:p>
            <a:pPr algn="l" marL="127000" indent="-1270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문서화되지 않은 내부 의미론</a:t>
            </a:r>
            <a:endParaRPr lang="en-US" sz="1500" dirty="0"/>
          </a:p>
          <a:p>
            <a:pPr algn="l" marL="127000" indent="-1270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JSON API 기술에 부적합</a:t>
            </a:r>
            <a:endParaRPr lang="en-US" sz="1500" dirty="0"/>
          </a:p>
          <a:p>
            <a:pPr algn="l" marL="127000" indent="-1270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비효율적인 모듈 import 경로 탐색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0"/>
            <a:ext cx="0" cy="1196876"/>
          </a:xfrm>
          <a:prstGeom prst="line">
            <a:avLst/>
          </a:prstGeom>
          <a:noFill/>
          <a:ln w="95250">
            <a:solidFill>
              <a:srgbClr val="406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101" y="444401"/>
            <a:ext cx="741641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BDL이 개선하는 것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6550" y="1514326"/>
            <a:ext cx="7928000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간결한 언어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6550" y="1876127"/>
            <a:ext cx="792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구조적인 타입만 표현 가능하도록 설계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6550" y="2504777"/>
            <a:ext cx="7928000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명확한 의미론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6550" y="2866579"/>
            <a:ext cx="792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애매모호한 개념 제거, 직관적인 사용성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6550" y="3495229"/>
            <a:ext cx="7928000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전송/직렬화 독립성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6550" y="3857030"/>
            <a:ext cx="792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개념으로 자유로운 조합 가능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0"/>
            <a:ext cx="0" cy="1257151"/>
          </a:xfrm>
          <a:prstGeom prst="line">
            <a:avLst/>
          </a:prstGeom>
          <a:noFill/>
          <a:ln w="95250">
            <a:solidFill>
              <a:srgbClr val="406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101" y="507950"/>
            <a:ext cx="741641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구조적 타입 시스템의 장점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6550" y="1853952"/>
            <a:ext cx="792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700"/>
              </a:spcBef>
              <a:spcAft>
                <a:spcPts val="17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표현력을 구조적인 타입으로만 제한하면: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6550" y="2374553"/>
            <a:ext cx="7772549" cy="1848892"/>
          </a:xfrm>
          <a:prstGeom prst="roundRect">
            <a:avLst>
              <a:gd name="adj" fmla="val 5495"/>
            </a:avLst>
          </a:prstGeom>
          <a:solidFill>
            <a:srgbClr val="2A2D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60363" y="2374553"/>
            <a:ext cx="0" cy="1848892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8076" y="2628454"/>
            <a:ext cx="7361465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272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두 타입의 구조적 동등성 판단 가능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38076" y="3126284"/>
            <a:ext cx="7361465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272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서브타입 관계 명확히 파악 가능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38076" y="3624114"/>
            <a:ext cx="7361465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복잡한 기능 희생 없이 충분한 표현력 제공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0"/>
            <a:ext cx="0" cy="1257151"/>
          </a:xfrm>
          <a:prstGeom prst="line">
            <a:avLst/>
          </a:prstGeom>
          <a:noFill/>
          <a:ln w="95250">
            <a:solidFill>
              <a:srgbClr val="406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101" y="507950"/>
            <a:ext cx="741641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전송계층/직렬화 포맷 독립성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6550" y="1638151"/>
            <a:ext cx="7928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pPr algn="l" indent="0" marL="0">
              <a:lnSpc>
                <a:spcPts val="288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개념으로 전송 방식과 직렬화 포맷을 분리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6550" y="2232422"/>
            <a:ext cx="7928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사용자가 자신만의 Standard를 정의 가능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6550" y="2851993"/>
            <a:ext cx="7772549" cy="782241"/>
          </a:xfrm>
          <a:prstGeom prst="roundRect">
            <a:avLst>
              <a:gd name="adj" fmla="val 12988"/>
            </a:avLst>
          </a:prstGeom>
          <a:solidFill>
            <a:srgbClr val="2A2D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90451" y="3080593"/>
            <a:ext cx="7410042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Standard:</a:t>
            </a:r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HTTP + JSON family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0"/>
            <a:ext cx="0" cy="1314301"/>
          </a:xfrm>
          <a:prstGeom prst="line">
            <a:avLst/>
          </a:prstGeom>
          <a:noFill/>
          <a:ln w="95250">
            <a:solidFill>
              <a:srgbClr val="406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101" y="507950"/>
            <a:ext cx="741641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제공되는 도구들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6550" y="1771501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17550" y="1695301"/>
            <a:ext cx="122718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컴파일러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6550" y="2393752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17550" y="2317552"/>
            <a:ext cx="16719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서버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6550" y="3016002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17550" y="2939802"/>
            <a:ext cx="48796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VSCode 확장 (vscode.dev, github.dev 지원)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0"/>
            <a:ext cx="0" cy="1196876"/>
          </a:xfrm>
          <a:prstGeom prst="line">
            <a:avLst/>
          </a:prstGeom>
          <a:noFill/>
          <a:ln w="95250">
            <a:solidFill>
              <a:srgbClr val="406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101" y="444401"/>
            <a:ext cx="741641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로드맵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6550" y="1514326"/>
            <a:ext cx="7928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Standard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6550" y="1892052"/>
            <a:ext cx="7772549" cy="6984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55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언어별 코드 생성 도구</a:t>
            </a:r>
            <a:endParaRPr lang="en-US" sz="1700" dirty="0"/>
          </a:p>
          <a:p>
            <a:pPr algn="l" marL="127000" indent="-127000">
              <a:lnSpc>
                <a:spcPts val="255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 스키마 출력 지원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6550" y="2869853"/>
            <a:ext cx="79280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 Notation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6550" y="3266629"/>
            <a:ext cx="7772549" cy="6984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55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자체 메시지 표기법</a:t>
            </a:r>
            <a:endParaRPr lang="en-US" sz="1700" dirty="0"/>
          </a:p>
          <a:p>
            <a:pPr algn="l" marL="127000" indent="-127000">
              <a:lnSpc>
                <a:spcPts val="255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체크 직접 지원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09020" y="1585913"/>
            <a:ext cx="312581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BDL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809851" y="2671763"/>
            <a:ext cx="1524000" cy="76200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09020" y="3128963"/>
            <a:ext cx="312581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2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다리가 되는 정의 언어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BDL - Bridge Definition Language</dc:title>
  <dc:subject>PptxGenJS Presentation</dc:subject>
  <dc:creator>BDL Team</dc:creator>
  <cp:lastModifiedBy>BDL Team</cp:lastModifiedBy>
  <cp:revision>1</cp:revision>
  <dcterms:created xsi:type="dcterms:W3CDTF">2025-10-18T05:52:54Z</dcterms:created>
  <dcterms:modified xsi:type="dcterms:W3CDTF">2025-10-18T05:52:54Z</dcterms:modified>
</cp:coreProperties>
</file>